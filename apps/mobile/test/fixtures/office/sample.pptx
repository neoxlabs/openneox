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年第三季度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收入 120 万，同比增长 15%</a:t>
            </a:r>
          </a:p>
          <a:p>
            <a:r>
              <a:t>负责人：张</a:t>
            </a:r>
            <a:r>
              <a:rPr b="1"/>
              <a:t>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扩大华东市场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